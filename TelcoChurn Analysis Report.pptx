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5200" y="1746885"/>
            <a:ext cx="5733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TelcoChurn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49874" y="2585085"/>
            <a:ext cx="4644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 Exploration and Customer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86500" y="3209925"/>
            <a:ext cx="29710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Customer Churn Analysis Report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patterns by service type and contract duration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customer identification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and spending behavior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impact on retention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by Internet Service and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customers show higher churn rates across all contract types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Service Type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optic: 54% churn on month to month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DSL: 32% churn on month to month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service: 18% to 24% churn range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 contracts reduce churn significantly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Customer Profile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100 customers most likely to churn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Customer Characteristics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on fiber optic service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to month contracts dominate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above $2000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probability ranges 80% to 95%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by Tenure Groups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tenure customers face highest churn risk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Impact on Retention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to 12 months: 47%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to 24 months: 32%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to 48 months: 20%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 months: 9.5% churn rate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Charges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spending correlates with increased churn risk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 to $90 range: 37%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$90: 33%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 to $70 range: 24%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$40: 12% churn rate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Churn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level retention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churn rate: 26.5%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73.5%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need for proactive retention strategy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 users show significantly higher churn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Breakdown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check: 45%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automatic: 15%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 automatic: 17%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Mailed check: 19% churn rate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length dramatically influences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to month: 42%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year: 11%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year: 2.8% churn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 commitment drives loyalty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early tenure customers with retention offers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month to month to longer contracts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fiber optic service quality issues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automatic payment methods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4812" y="1916432"/>
            <a:ext cx="31542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2693668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retention efforts on high value fiber optic customers with month to month contracts in their first year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47" y="2049782"/>
            <a:ext cx="23407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827018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2026-02-27T20:13:36Z</dcterms:created>
  <dcterms:modified xsi:type="dcterms:W3CDTF">2026-02-27T20:13:36Z</dcterms:modified>
</cp:coreProperties>
</file>